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</a:defRPr>
            </a:pPr>
            <a:r>
              <a:t>Implementasi Sistem SOAR Open-Source</a:t>
            </a:r>
            <a:br/>
            <a:r>
              <a:t>Berbasis n8n untuk Deteksi dan Respons</a:t>
            </a:r>
            <a:br/>
            <a:r>
              <a:t>Ancaman Malware dan Phishing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</a:defRPr>
            </a:pPr>
            <a:r>
              <a:t>dengan Mitigasi Aktif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389120"/>
            <a:ext cx="45720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</a:defRPr>
            </a:pPr>
            <a:r>
              <a:t>Ravi Arnan Irianto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</a:defRPr>
            </a:pPr>
            <a:r>
              <a:t>2305551076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Bimbingan Tugas Akhir  -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Latar Belakang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27432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Masalah utama di SOC (Security Operations Center):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Alert fatigue: 67% alert diabaikan karena terlalu banyak false positive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Response manual: analis butuh menit-jam untuk tangani 1 alert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SOAR komersial mahal (Splunk SOAR, Palo Alto XSOAM)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SOAR open-source (Shuffle, Cortex) masih punya keterbatasan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Yang ditawarkan tugas akhir ini: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SOAR open-source berbasis n8n (gratis, fleksibel)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Confidence-based: keputusan berdasarkan keyakinan, bukan tebakan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Explainable: setiap notifikasi ada alasan kenapa dianggap berbahaya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- Self-aware: tahu kapan deteksinya sedang tidak akurat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Perbandingan dengan Pendekatan Lain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45720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377440"/>
                <a:gridCol w="2286000"/>
                <a:gridCol w="246888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Aspek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SOC Manual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SOAR Komersial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Shuffle/Cortex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Sistem Ini (n8n)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Biaya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Gaji analis tinggi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License mahal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Gratis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Gratis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Kecepatan response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Menit - jam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Detik - menit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Detik - menit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1,68 detik (malware)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Transparensi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analis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Black-box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Black-box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Alasan di setiap notifikasi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Self-aware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analis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Tandai degradasi otomatis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Audit trail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Manual / tidak 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Ada (bayar)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Terbatas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Gratis (Telegram + n8n)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Phishing proaktif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playbook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URLhaus auto-block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AI advisory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analis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Ollama lokal (gratis)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Multi-sumber intel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Tergantung integrasi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Beberapa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+ MalwareBazaar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Setup &amp;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Kompleks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Docker + Ansible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* Semua fitur di atas berjalan di 1 VPS dengan RAM ~3 GB (tidak perlu server mahal)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Arsitektur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ar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7724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Stack: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 4.9.2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n8n 2.36.9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Ollama llama3.2:3b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VirusTotal API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Google Safe Browsing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MalwareBazaar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Container (6 total):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wazuh.manager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wazuh.indexer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wazuh.dashboard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n8n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tg-callback-poller</a:t>
            </a:r>
          </a:p>
          <a:p>
            <a:pPr>
              <a:spcBef>
                <a:spcPts val="500"/>
              </a:spcBef>
              <a:defRPr sz="1300">
                <a:solidFill>
                  <a:srgbClr val="666666"/>
                </a:solidFill>
              </a:defRPr>
            </a:pPr>
            <a:r>
              <a:t>  health-monitor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Alur Keputusan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27432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FIM Alert</a:t>
            </a:r>
            <a:br/>
            <a:r>
              <a:t>(Wazuh)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Filter</a:t>
            </a:r>
            <a:br/>
            <a:r>
              <a:t>&amp; 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VT + MB</a:t>
            </a:r>
            <a:br/>
            <a:r>
              <a:t>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Keputusan</a:t>
            </a:r>
            <a:br/>
            <a:r>
              <a:t>(Ollama)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188720"/>
            <a:ext cx="1828800" cy="82296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Telegram</a:t>
            </a:r>
            <a:br/>
            <a:r>
              <a:t>(analis)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8E"/>
                </a:solidFill>
              </a:defRPr>
            </a:pPr>
            <a:r>
              <a:t>5 jalur keputusan berdasarkan keyakinan: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48640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Kondisi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Tindakan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&gt;= 20 malicious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Auto isolate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Keyakinan tinggi, langsung karantina file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5-19 / MB match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HITL Telegram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Analis pilih: Isolasi atau Abaikan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1-4 / risky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HITL + LLM advisory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Saran AI ditambahkan ke notifikasi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error / rate-limit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Degrade + advisory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Sistem jujur: 'tidak bisa verifikasi'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VT bersih + MB bersih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Silent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Tidak ganggu analis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Hasil Pengukuran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Uji coba dijalankan langsung di sistem live (bukan simulasi)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48640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Metrik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Hasil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Keterangan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MTTR malware (N=30)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1,68 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dari alert masuk sampai file terisolasi (VT cache hangat)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MTTR phishing (N=10)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2,13 detik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dari URL terdeteksi sampai domain diblokir (jalur GSB)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Throughput (N=20)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34 alert/detik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load test 5 thread paralel, jauh di atas beban SOC normal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FN rate (N=15)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semua file risky + hash unknown berhasil terdeteksi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FP suppression (N=8)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8 alert baseline -&gt; 0 notifikasi (VT-gating berfungsi)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233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Catatan: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MTTR 1,68 detik itu waktu end-to-end (VT cache hangat). Kalau VT cold, tambah ~3-5 detik.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Phishing lebih lama sedikit karena ada pengecekan URLScan, tapi GSB langsung.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Load test 34 alert/detik itu kapasitas webhook n8n. Pipeline backend jalan async.</a:t>
            </a:r>
          </a:p>
          <a:p>
            <a:pPr>
              <a:spcBef>
                <a:spcPts val="500"/>
              </a:spcBef>
              <a:defRPr sz="1400">
                <a:solidFill>
                  <a:srgbClr val="666666"/>
                </a:solidFill>
              </a:defRPr>
            </a:pPr>
            <a:r>
              <a:t>- FN rate 0% artinya tidak ada file berisiko yang lolos dari deteksi.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Roadmap Pengerjaan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960120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1645920"/>
                <a:gridCol w="1828800"/>
              </a:tblGrid>
              <a:tr h="29357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Kategori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Tanggal</a:t>
                      </a:r>
                    </a:p>
                  </a:txBody>
                  <a:tcPr>
                    <a:solidFill>
                      <a:srgbClr val="1A568E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 - Bug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block-domain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 - Bug fix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Notifikasi ganda diperbaiki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 - Threat intel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Hybrid: risky ext -&gt; HITL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 - Threat intel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MalwareBazaar ensemble (VT+MB)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 - Threat intel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TTL diferensial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 - Evaluasi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MTTR &amp; FP suppression terukur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 - Evaluasi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Benchmark N&gt;=30 + load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 - Evaluasi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MITRE ATT&amp;CK mapping (10 teknik)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 - 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Caddy + TLS + Ansible IaC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2026-07-06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Explainable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Self-aware + audit trail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Explainable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LLM-fallback advisory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 - Perluasan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Phishing proaktif (URLhaus)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G - Perluasan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Magic-byte / exec-bit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 - Maintenance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n8n update + pin versi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Selesai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Lanjutan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Trusted autonomy (timeout/SLA)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 - Lanjutan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RAG anti-halusinasi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9357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 - Arsitektur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HA: queue-mode + Redis + PG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935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 - Maintenance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Upgrade Wazuh 4.14.7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Belum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PascTA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568E"/>
                </a:solidFill>
              </a:defRPr>
            </a:pPr>
            <a:r>
              <a:t>Rencana ke Depan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32004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Trusted Autonomy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Sekarang: semua keputusan butuh konfirmasi analis (HITL).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Rencana: kalau keyakinan sangat tinggi, boleh auto tanpa tunggu analis, tapi ada timeout &amp; SLA.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RAG (Retrieval-Augmented Generation)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Masalah: LLM kadang mengarang rekomendasi (halusinasi).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Rencana: kasih LLM akses ke playbook &amp; threat-intel supaya jawabannya berbasis data.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Arsitektur HA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Sekarang: 1 container n8n + SQLite (single point of failure).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Rencana: n8n queue-mode + Redis + PostgreSQL + Prometheus/Grafana.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Upgrade Wazuh</a:t>
            </a:r>
          </a:p>
          <a:p>
            <a:pPr>
              <a:spcBef>
                <a:spcPts val="500"/>
              </a:spcBef>
              <a:defRPr sz="1500">
                <a:solidFill>
                  <a:srgbClr val="000000"/>
                </a:solidFill>
              </a:defRPr>
            </a:pPr>
            <a:r>
              <a:t>  4.9.2 -&gt; 4.14.7. Deferred pasca-TA karena agent juga harus di-upgrade bareng.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Terima Kasih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3657600" cy="25400"/>
          </a:xfrm>
          <a:prstGeom prst="rect">
            <a:avLst/>
          </a:prstGeom>
          <a:solidFill>
            <a:srgbClr val="1A5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</a:defRPr>
            </a:pPr>
            <a:r>
              <a:t>Sistem ini dibangun dengan prinsip:</a:t>
            </a:r>
            <a:br/>
            <a:r>
              <a:t>bukan menggantikan analis, tapi membantu analis</a:t>
            </a:r>
            <a:br/>
            <a:r>
              <a:t>ambil keputusan lebih cepat dengan informasi yang cukup.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Ravi Arnan Irianto  |  2305551076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</a:defRPr>
            </a:pPr>
            <a:r>
              <a:t>raviarnankeren@gmail.com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