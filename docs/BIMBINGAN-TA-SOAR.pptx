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Implementasi Sistem SOAR Open-Source</a:t>
            </a:r>
            <a:br/>
            <a:r>
              <a:t>Berbasis n8n untuk Deteksi dan Respons</a:t>
            </a:r>
            <a:br/>
            <a:r>
              <a:t>Ancaman Malware dan Phishing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55555"/>
                </a:solidFill>
              </a:defRPr>
            </a:pPr>
            <a:r>
              <a:t>dengan Mitigasi Aktif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38912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</a:defRPr>
            </a:pPr>
            <a:r>
              <a:t>Ravi Arnan Irianto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55555"/>
                </a:solidFill>
              </a:defRPr>
            </a:pPr>
            <a:r>
              <a:t>2305551076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Bimbingan Tugas Akhir  -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Progress Pengerjaan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Bug fix &amp; deteksi: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block-domain sekarang persist, tidak hilang saat restart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notifikasi ganda untuk 1 file sudah diperbaiki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file berekstensi berisiko (.sh/.exe) yang tak dikenal VT minta review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file tanpa ekstensi tapi ada execute bit juga tertangkap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Threat intelligence: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sekarang pakai 2 sumber: VirusTotal + MalwareBazaar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cache VT TTL diferensial (bersih 24 jam, berbahaya 7 hari)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phishing proaktif: fetch URLhaus tiap jam, block sebelum user klik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kalau VT error, sistem tetap jalan dan kasih tahu analis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Infrastruktur: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n8n di-update ke 2.36.9 (di atas semua CVE 2026)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hardening: Caddy reverse-proxy + TLS + basic auth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IaC pakai Ansible playbook (idempoten)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health monitor: cek agent/n8n/Ollama, alert saat status berubah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Pengukuran: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benchmark udah jalan: throughput 34 alert/detik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FN rate 0% (15/15 file berisiko ketangkep)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FP suppression 100% (8 alert baseline -&gt; 0 notifikasi)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mapping ke MITRE ATT&amp;CK: 10 teknik tercakup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Cara Kerja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Stack: Wazuh 4.9.2 + n8n 2.36.9 + Ollama llama3.2:3b + VirusTotal + GSB + MalwareBazaar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Endpoint</a:t>
            </a:r>
            <a:br/>
            <a:r>
              <a:t>(FIM/Log)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79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Wazuh</a:t>
            </a:r>
            <a:br/>
            <a:r>
              <a:t>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n8n</a:t>
            </a:r>
            <a:br/>
            <a: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59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VT + MB</a:t>
            </a:r>
            <a:br/>
            <a:r>
              <a:t>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19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Ollama</a:t>
            </a:r>
            <a:br/>
            <a:r>
              <a:t>(AI lokal)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04120" y="1737360"/>
            <a:ext cx="164592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Telegram</a:t>
            </a:r>
            <a:br/>
            <a:r>
              <a:t>(analis)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8E"/>
                </a:solidFill>
              </a:defRPr>
            </a:pPr>
            <a:r>
              <a:t>Keputusan berdasarkan keyakinan: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3832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Situasi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Yang dilakukan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VT deteksi &gt;=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Langsung isolasi file otomatis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VT deteksi 5-19 atau MB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Kirim ke Telegram, analis pilih tombol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VT deteksi 1-4 atau file risky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Kirim notifikasi + minta saran AI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VT error / rate-limit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Tandai degradasi, minta verifikasi manual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VT bersih + MB bersih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Diam saja (tidak ganggu analis)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Hasil Pengukuran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Uji coba dijalankan langsung di sistem live (bukan simulasi)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48640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Metrik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MTTR malware (N=30)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1,68 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dari alert masuk sampai file terisolasi (VT cache hangat)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MTTR phishing (N=10)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2,13 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dari URL terdeteksi sampai domain diblokir (jalur GSB)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Throughput (N=20)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34 alert/detik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load test 5 thread paralel, jauh di atas beban SOC normal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FN rate (N=15)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semua file risky + hash unknown berhasil terdeteksi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FP suppression (N=8)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8 alert baseline -&gt; 0 notifikasi (VT-gating berfungsi)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Catatan: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- MTTR 1,68 detik itu waktu end-to-end (VT cache hangat). Kalau VT cold, tambah ~3-5 detik.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- Phishing lebih lama sedikit karena ada pengecekan URLScan, tapi GSB langsung.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- Load test 34 alert/detik itu kapasitas webhook n8n. Pipeline backend (VT/MB/Ollama) jalan async.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- FN rate 0% artinya tidak ada file berisiko yang lolos dari deteksi.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Kontribusi &amp; Kebaruan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Kenapa ini berbeda dari SOAR lain: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SOAR lain (Shuffle, Cortex) itu black-box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analis tidak tahu kenapa keputusan diambil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Sistem ini kasih alasan di setiap notifikasi: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kenapa file ini dianggap berbahaya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Kalau sumber intel error, sistem jujur bilang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'saya tidak bisa verifikasi' bukan diam saja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Auto-isolate cuma untuk keyakinan tinggi,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sisanya serahin ke analis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Yang belum ada di SOAR lain: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LLM advisory lokal (Ollama) untuk alert ambigu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tanpa kirim data ke cloud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Phishing proaktif: blok URL dari feed publik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sebelum user sempat klik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Health monitor yang sadar diri: tahu kapan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ia sedang tidak bisa bekerja dengan baik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- Cache VT dengan TTL diferensial: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  file bersih di-scan ulang lebih cepat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Bukti pendukung: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  - Mapping MITRE ATT&amp;CK: 10 teknik tercakup dalam playbook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  - Perbandingan empiris n8n vs Shuffle: 6 aspek dinilai (n8n menang 3,8 vs 2,5)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  - Benchmark N&gt;=30 dengan data nyata, bukan simulasi</a:t>
            </a:r>
          </a:p>
          <a:p>
            <a:pPr>
              <a:spcBef>
                <a:spcPts val="600"/>
              </a:spcBef>
              <a:defRPr sz="1400">
                <a:solidFill>
                  <a:srgbClr val="555555"/>
                </a:solidFill>
              </a:defRPr>
            </a:pPr>
            <a:r>
              <a:t>  - Semua konfigurasi di-version-control (Ansible + Docker Compose)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Rencana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Trusted Autonomy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Sekarang: semua keputusan butuh konfirmasi analis (HITL).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Rencana: kalau keyakinan sangat tinggi, boleh auto tanpa tunggu analis, tapi ada timeout &amp; SLA.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RAG (Retrieval-Augmented Generation)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Masalah: LLM kadang mengarang rekomendasi (halusinasi).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Rencana: kasih LLM akses ke playbook &amp; threat-intel supaya jawabannya berbasis data.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Arsitektur HA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Sekarang: 1 container n8n + SQLite (single point of failure).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Rencana: n8n queue-mode + Redis + PostgreSQL + Prometheus/Grafana.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Upgrade Wazuh</a:t>
            </a:r>
          </a:p>
          <a:p>
            <a:pPr>
              <a:spcBef>
                <a:spcPts val="600"/>
              </a:spcBef>
              <a:defRPr sz="1500">
                <a:solidFill>
                  <a:srgbClr val="000000"/>
                </a:solidFill>
              </a:defRPr>
            </a:pPr>
            <a:r>
              <a:t>  4.9.2 -&gt; 4.14.7. Deferred pasca-TA karena agent juga harus di-upgrade bareng.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Terima Kasih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55555"/>
                </a:solidFill>
              </a:defRPr>
            </a:pPr>
            <a:r>
              <a:t>Sistem ini dibangun dengan prinsip:</a:t>
            </a:r>
            <a:br/>
            <a:r>
              <a:t>bukan menggantikan analis, tapi membantu analis</a:t>
            </a:r>
            <a:br/>
            <a:r>
              <a:t>ambil keputusan lebih cepat dengan informasi yang cukup.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Ravi Arnan Irianto  |  2305551076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</a:defRPr>
            </a:pPr>
            <a:r>
              <a:t>raviarnankeren@gmail.com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