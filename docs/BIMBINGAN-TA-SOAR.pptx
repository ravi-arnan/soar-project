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6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Sistem SOAR Open-Source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DEFB"/>
                </a:solidFill>
              </a:defRPr>
            </a:pPr>
            <a:r>
              <a:t>Berbasis n8n untuk Deteksi &amp; Respons Ancaman</a:t>
            </a:r>
            <a:br/>
            <a:r>
              <a:t>Malware dan Phishing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CAF9"/>
                </a:solidFill>
              </a:defRPr>
            </a:pPr>
            <a:r>
              <a:t>───────────────────────────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Ravi Arnan Irianto  |  2305551076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DEFB"/>
                </a:solidFill>
              </a:defRPr>
            </a:pPr>
            <a:r>
              <a:t>Bimbingan Tugas Akhir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8E"/>
                </a:solidFill>
              </a:defRPr>
            </a:pPr>
            <a:r>
              <a:t>Apa yang Sudah Dikerjakan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5720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568E"/>
                </a:solidFill>
              </a:defRPr>
            </a:pPr>
            <a:r>
              <a:t>Bug Fix &amp; Deteksi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block-domain sekarang persist (tidak hilang saat restart container)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Notifikasi ganda untuk 1 file sudah diperbaiki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File berekstensi berisiko (.sh/.exe/.ps1) yang tak dikenal VT -&gt; otomatis minta review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File tanpa ekstensi tapi punya execute bit juga tertangkap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568E"/>
                </a:solidFill>
              </a:defRPr>
            </a:pPr>
            <a:r>
              <a:t>Threat Intelligence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Sekarang pakai 2 sumber: VirusTotal + MalwareBazaar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Cache VT pakai TTL diferensial (bersih 24 jam, berbahaya 7 hari)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Phishing proaktif: fetch URLhaus tiap jam, block sebelum user klik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Kalau VT error/rate-limit, sistem tetap jalan dan kasih tahu analis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4048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9776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E7D32"/>
                </a:solidFill>
              </a:defRPr>
            </a:pPr>
            <a:r>
              <a:t>Infrastruktur &amp; Deployment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n8n di-update ke 2.36.9 (di atas semua CVE 2026)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Hardening: Caddy reverse-proxy + TLS + basic auth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IaC pake Ansible playbook (idempoten)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Health monitor: cek agent/n8n/Ollama, alert cuma saat status berubah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9776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E7D32"/>
                </a:solidFill>
              </a:defRPr>
            </a:pPr>
            <a:r>
              <a:t>Pengukuran &amp; Evaluasi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Benchmark udah jalan: throughput 34 alert/detik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FN rate 0% (15/15 file berisiko ketangkep semua)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FP suppression 100% (8 alert baseline -&gt; 0 notifikasi)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Mapping ke MITRE ATT&amp;CK: 10 teknik tercakup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8E"/>
                </a:solidFill>
              </a:defRPr>
            </a:pPr>
            <a:r>
              <a:t>Cara Kerja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1828800" cy="914400"/>
          </a:xfrm>
          <a:prstGeom prst="round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Endpoint</a:t>
            </a:r>
            <a:br/>
            <a:r>
              <a:t>(FIM/Log)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7440" y="1280160"/>
            <a:ext cx="1828800" cy="914400"/>
          </a:xfrm>
          <a:prstGeom prst="round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Wazuh</a:t>
            </a:r>
            <a:br/>
            <a:r>
              <a:t>Manager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280160"/>
            <a:ext cx="1828800" cy="914400"/>
          </a:xfrm>
          <a:prstGeom prst="round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n8n</a:t>
            </a:r>
            <a:br/>
            <a:r>
              <a:t>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280160"/>
            <a:ext cx="1828800" cy="914400"/>
          </a:xfrm>
          <a:prstGeom prst="round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VirusTotal</a:t>
            </a:r>
            <a:br/>
            <a:r>
              <a:t>+ MalwareBazaar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280160"/>
            <a:ext cx="1828800" cy="914400"/>
          </a:xfrm>
          <a:prstGeom prst="round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Ollama</a:t>
            </a:r>
            <a:br/>
            <a:r>
              <a:t>(AI lokal)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064240" y="1280160"/>
            <a:ext cx="1828800" cy="914400"/>
          </a:xfrm>
          <a:prstGeom prst="round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Telegram</a:t>
            </a:r>
            <a:br/>
            <a:r>
              <a:t>(analis)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554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8E"/>
                </a:solidFill>
              </a:defRPr>
            </a:pPr>
            <a:r>
              <a:t>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554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8E"/>
                </a:solidFill>
              </a:defRPr>
            </a:pPr>
            <a:r>
              <a:t>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554480"/>
            <a:ext cx="274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8E"/>
                </a:solidFill>
              </a:defRPr>
            </a:pPr>
            <a:r>
              <a:t>-&gt;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554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8E"/>
                </a:solidFill>
              </a:defRPr>
            </a:pPr>
            <a:r>
              <a:t>-&gt;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1554480"/>
            <a:ext cx="274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8E"/>
                </a:solidFill>
              </a:defRPr>
            </a:pPr>
            <a:r>
              <a:t>-&gt;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8E"/>
                </a:solidFill>
              </a:defRPr>
            </a:pPr>
            <a:r>
              <a:t>Keputusan berdasarkan keyakinan: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0175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Situasi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Yang dilakukan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VT deteksi &gt;=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Langsung isolasi file otomatis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VT deteksi 5-19 atau MB match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Kirim ke Telegram, analis pilih tombol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VT deteksi 1-4 atau file risky unknown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Kirim + minta saran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VT error / rate-limit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Tandai degradasi, minta verifikasi manual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VT bersih + MB bersih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D2D2D"/>
                          </a:solidFill>
                        </a:defRPr>
                      </a:pPr>
                      <a:r>
                        <a:t>Diam saja (tidak ganggu analis)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8E"/>
                </a:solidFill>
              </a:defRPr>
            </a:pPr>
            <a:r>
              <a:t>Hasil Pengukuran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Uji coba dijalankan langsung di sistem live (bukan simulasi)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320040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568E"/>
                </a:solidFill>
              </a:defRPr>
            </a:pPr>
            <a:r>
              <a:t>Kecepatan Respons (MTTR)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Malware (N=30): 1,68 detik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Phishing (N=10): 2,13 detik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Webhook response: 0,03 detik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Median malware: 1,42 detik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83080"/>
            <a:ext cx="320040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568E"/>
                </a:solidFill>
              </a:defRPr>
            </a:pPr>
            <a:r>
              <a:t>Kapasitas (Load Test)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34 alert per detik (N=20)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Rata-rata 142 ms per alert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5 request paralel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Total 0,6 detik untuk 20 alert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4592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783080"/>
            <a:ext cx="320040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E7D32"/>
                </a:solidFill>
              </a:defRPr>
            </a:pPr>
            <a:r>
              <a:t>Akurasi Deteksi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FN rate: 0% (N=15)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File risky + hash unknown = 15/15 ketangkep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FP suppression: 100% (N=8)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Baseline 8 alert -&gt; 0 notifikasi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16052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666666"/>
                </a:solidFill>
              </a:defRPr>
            </a:pPr>
            <a:r>
              <a:t>Konteks Pengukuran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MTTR 1,68 detik itu waktu dari alert masuk sampai file terisolasi (VT cache hangat).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Kalau VT belum pernah lihat hash itu (cold), butuh ~3-5 detik tambahan untuk scan.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Phishing lebih lama sedikit karena ada pengecekan URLScan (tapi GSB langsung).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Load test 34 alert/detik itu jauh di atas beban normal SOC (biasanya 1-5 alert/menit).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FN rate 0% artinya semua file berisiko yang kami uji berhasil terdeteksi, tidak ada yang lolos.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8E"/>
                </a:solidFill>
              </a:defRPr>
            </a:pPr>
            <a:r>
              <a:t>Kontribusi &amp; Kebaruan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568E"/>
                </a:solidFill>
              </a:defRPr>
            </a:pPr>
            <a:r>
              <a:t>Kenapa ini berbeda dari SOAR lain?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Sebagian besar SOAR (Shuffle, Cortex) itu black-box — analis tidak tahu kenapa keputusan diambil.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Sistem ini kasih alasan di setiap notifikasi: kenapa file ini dianggap berbahaya.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Kalau sumber intel error, sistem jujur bilang 'saya tidak bisa verifikasi' bukan diam saja.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Keputusan auto-isolate cuma untuk keyakinan tinggi, sisanya serahin ke analis.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568E"/>
                </a:solidFill>
              </a:defRPr>
            </a:pPr>
            <a:r>
              <a:t>Yang belum ada di SOAR lain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LLM advisory lokal (Ollama) untuk alert yang ambigu — tanpa kirim data ke cloud.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Phishing proaktif: blok URL dari feed publik sebelum user sempat klik.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Health monitor yang sadar diri: tahu kapan ia sedang tidak bisa bekerja dengan baik.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Cache VT dengan TTL diferensial: file bersih di-scan ulang lebih cepat.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49039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8862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E7D32"/>
                </a:solidFill>
              </a:defRPr>
            </a:pPr>
            <a:r>
              <a:t>Bukti pendukung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Mapping MITRE ATT&amp;CK: 10 teknik tercakup dalam playbook.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Perbandingan empiris n8n vs Shuffle: 6 aspek dinilai (n8n menang 3,8 vs 2,5).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Benchmark N&gt;=30 dengan data nyata, bukan simulasi.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Semua konfigurasi di-version-control (Ansible + Docker Compose).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8862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E7D32"/>
                </a:solidFill>
              </a:defRPr>
            </a:pPr>
            <a:r>
              <a:t>Fitur yang paling berguna di dunia nyata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Self-aware: kalau VT lagi down, notifikasi langsung kasih tahu analis.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Audit trail: semua keputusan analis tercatat (siapa, kapan, apa keputusannya).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Phishing proaktif: seringkali URL sudah diblokir sebelum user buka email.</a:t>
            </a:r>
          </a:p>
          <a:p>
            <a:pPr>
              <a:spcBef>
                <a:spcPts val="300"/>
              </a:spcBef>
              <a:defRPr sz="1300">
                <a:solidFill>
                  <a:srgbClr val="2D2D2D"/>
                </a:solidFill>
              </a:defRPr>
            </a:pPr>
            <a:r>
              <a:t>FP suppression 100%: analis tidak dibanjiri alert palsu.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8E"/>
                </a:solidFill>
              </a:defRPr>
            </a:pPr>
            <a:r>
              <a:t>Rencana ke Depan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471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65C00"/>
                </a:solidFill>
              </a:defRPr>
            </a:pPr>
            <a:r>
              <a:t>Trusted Autonomy</a:t>
            </a:r>
          </a:p>
          <a:p>
            <a:pPr>
              <a:spcBef>
                <a:spcPts val="400"/>
              </a:spcBef>
              <a:defRPr sz="1300">
                <a:solidFill>
                  <a:srgbClr val="2D2D2D"/>
                </a:solidFill>
              </a:defRPr>
            </a:pPr>
            <a:r>
              <a:t>Sekarang: semua keputusan butuh konfirmasi analis (HITL).</a:t>
            </a:r>
            <a:br/>
            <a:r>
              <a:t>Rencana: kalau keyakinan sangat tinggi, boleh auto tanpa tunggu analis, tapi ada timeout &amp; SLA.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68880"/>
            <a:ext cx="112471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65C00"/>
                </a:solidFill>
              </a:defRPr>
            </a:pPr>
            <a:r>
              <a:t>RAG (Retrieval-Augmented Generation)</a:t>
            </a:r>
          </a:p>
          <a:p>
            <a:pPr>
              <a:spcBef>
                <a:spcPts val="400"/>
              </a:spcBef>
              <a:defRPr sz="1300">
                <a:solidFill>
                  <a:srgbClr val="2D2D2D"/>
                </a:solidFill>
              </a:defRPr>
            </a:pPr>
            <a:r>
              <a:t>Masalah: LLM kadang mengarang rekomendasi (halusinasi).</a:t>
            </a:r>
            <a:br/>
            <a:r>
              <a:t>Rencana: kasih LLM akses ke playbook &amp; threat-intel supaya jawabannya berbasis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40480"/>
            <a:ext cx="112471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62828"/>
                </a:solidFill>
              </a:defRPr>
            </a:pPr>
            <a:r>
              <a:t>Arsitektur HA</a:t>
            </a:r>
          </a:p>
          <a:p>
            <a:pPr>
              <a:spcBef>
                <a:spcPts val="400"/>
              </a:spcBef>
              <a:defRPr sz="1300">
                <a:solidFill>
                  <a:srgbClr val="2D2D2D"/>
                </a:solidFill>
              </a:defRPr>
            </a:pPr>
            <a:r>
              <a:t>Sekarang: 1 container n8n + SQLite (single point of failure).</a:t>
            </a:r>
            <a:br/>
            <a:r>
              <a:t>Rencana: n8n queue-mode + Redis + PostgreSQL + Prometheus/Grafana.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12080"/>
            <a:ext cx="1124712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3035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66666"/>
                </a:solidFill>
              </a:defRPr>
            </a:pPr>
            <a:r>
              <a:t>Upgrade Wazuh</a:t>
            </a:r>
          </a:p>
          <a:p>
            <a:pPr>
              <a:spcBef>
                <a:spcPts val="400"/>
              </a:spcBef>
              <a:defRPr sz="1300">
                <a:solidFill>
                  <a:srgbClr val="2D2D2D"/>
                </a:solidFill>
              </a:defRPr>
            </a:pPr>
            <a:r>
              <a:t>4.9.2 -&gt; 4.14.7. Deferred pasca-TA karena agent juga harus di-upgrade bareng.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6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EFB"/>
                </a:solidFill>
              </a:defRPr>
            </a:pPr>
            <a:r>
              <a:t>Sistem ini dibangun dengan prinsip:</a:t>
            </a:r>
            <a:br/>
            <a:r>
              <a:t>bukan menggantikan analis, tapi membantu analis</a:t>
            </a:r>
            <a:br/>
            <a:r>
              <a:t>ambil keputusan lebih cepat dengan informasi yang cukup.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Ravi Arnan Irianto  |  2305551076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0CAF9"/>
                </a:solidFill>
              </a:defRPr>
            </a:pPr>
            <a:r>
              <a:t>raviarnankeren@gmail.com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